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F37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JNTUH TBI IDEATHON 2026   •   STARTUP PITCH</a:t>
            </a:r>
          </a:p>
          <a:p>
            <a:pPr>
              <a:spcBef>
                <a:spcPts val="1000"/>
              </a:spcBef>
              <a:defRPr sz="5600" b="1">
                <a:solidFill>
                  <a:srgbClr val="00B4D8"/>
                </a:solidFill>
                <a:latin typeface="Segoe UI"/>
              </a:defRPr>
            </a:pPr>
            <a:r>
              <a:t>Skip-Q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Smart OPD Queue Management &amp; Live In-Room Consultation Radar</a:t>
            </a:r>
          </a:p>
          <a:p>
            <a:pPr>
              <a:spcBef>
                <a:spcPts val="6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Restoring Time and Dignity to Healthcare Waiting Rooms across Bharat's Tier-2 &amp; Tier-3 Towns</a:t>
            </a:r>
          </a:p>
          <a:p>
            <a:pPr>
              <a:spcBef>
                <a:spcPts val="28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Founder: Sameer Shaik   •   JNTUH TBI 2-Day Bootcamp (20–21 August 2026)</a:t>
            </a:r>
            <a:br/>
            <a:r>
              <a:t>Live Web Platform: https://skipq-user.vercel.app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01. THE PROBLEM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Agony of Indian Hospital OPDs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200" b="1">
                <a:solidFill>
                  <a:srgbClr val="FF5A5F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2 to 4 Hours Wasted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Patients travel 30+ km from rural mandals and sit blindly on crowded hospital benches without knowing when their doctor will call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70% Bharat Neglected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Metro apps like Practo focus only on high-fee scheduled appointments, completely ignoring walk-in OPD queues in district towns like Mahabubabad.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200" b="1">
                <a:solidFill>
                  <a:srgbClr val="FF5A5F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Cross-Infection &amp; Chaos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Overcrowded waiting halls increase airborne viral transmission, noise pollution, doctor burnout, and receptionist exhaustion.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02. THE SOLUTION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Live In-Room Consultation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📡 Live In-Room Token Radar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Patients track the exact ongoing token number live on their mobile (Now Serving: #14 | Your Token: #18) with sub-second WebSocket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🎟️ 10-Second Digital Token Pass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Book verified OPD passes in seconds using phone &amp; email OTP, complete with live estimated arrival countdown timers.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💻 Zero Hardware Capital Cost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Zero expensive ₹1.5L kiosk machines needed. Clinics run the entire caller desk directly from any smartphone, tablet, or laptop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📍 Hyperlocal Town Radar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Sub-100ms OpenStreetMap location detection tailored specifically for district headquarters like Mahabubabad.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03.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Unified 3-Pillar Cloud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Patient Web App</a:t>
            </a:r>
          </a:p>
          <a:p>
            <a:pPr>
              <a:spcBef>
                <a:spcPts val="200"/>
              </a:spcBef>
              <a:defRPr sz="1100" i="1">
                <a:solidFill>
                  <a:srgbClr val="00B4D8"/>
                </a:solidFill>
                <a:latin typeface="Segoe UI"/>
              </a:defRPr>
            </a:pPr>
            <a:r>
              <a:t>skipq-user.vercel.app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Live clinic discovery &amp; location radar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Real-time token counter &amp; countdown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Instant OTP verification &amp; token pass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SMS/Email updates before your 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Hospital Desk Portal</a:t>
            </a:r>
          </a:p>
          <a:p>
            <a:pPr>
              <a:spcBef>
                <a:spcPts val="200"/>
              </a:spcBef>
              <a:defRPr sz="1100" i="1">
                <a:solidFill>
                  <a:srgbClr val="10B981"/>
                </a:solidFill>
                <a:latin typeface="Segoe UI"/>
              </a:defRPr>
            </a:pPr>
            <a:r>
              <a:t>skipq-hospital.vercel.app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1-Click 'Call Next Patient' desk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Doctor schedule &amp; OPD session manager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Emergency token priority override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Daily patient throughput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Super Admin Hub</a:t>
            </a:r>
          </a:p>
          <a:p>
            <a:pPr>
              <a:spcBef>
                <a:spcPts val="200"/>
              </a:spcBef>
              <a:defRPr sz="1100" i="1">
                <a:solidFill>
                  <a:srgbClr val="00B4D8"/>
                </a:solidFill>
                <a:latin typeface="Segoe UI"/>
              </a:defRPr>
            </a:pPr>
            <a:r>
              <a:t>skipq-admin.vercel.app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District-wide hospital onboarding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Doctor credential &amp; bio verification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Live system-wide consultation tracker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Supabase PostgreSQL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04. BUSINESS MODEL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Model Canvas (BMC)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2591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1569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Key Partners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Key Activities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Value Propositions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Customer Relationships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Customer Segments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569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District Hospitals</a:t>
                      </a:r>
                    </a:p>
                    <a:p>
                      <a:r>
                        <a:t>• Private Nursing Homes</a:t>
                      </a:r>
                    </a:p>
                    <a:p>
                      <a:r>
                        <a:t>• IMA Doctor Chapters</a:t>
                      </a:r>
                    </a:p>
                    <a:p>
                      <a:r>
                        <a:t>• Local Pharmacies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Clinic Onboarding</a:t>
                      </a:r>
                    </a:p>
                    <a:p>
                      <a:r>
                        <a:t>• Real-Time Queue Cloud</a:t>
                      </a:r>
                    </a:p>
                    <a:p>
                      <a:r>
                        <a:t>• Patient SMS Dispatch</a:t>
                      </a:r>
                    </a:p>
                    <a:p>
                      <a:r>
                        <a:t>• ABDM Compliance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Zero Waiting Chaos</a:t>
                      </a:r>
                    </a:p>
                    <a:p>
                      <a:r>
                        <a:t>• 40% Higher Clinic Flow</a:t>
                      </a:r>
                    </a:p>
                    <a:p>
                      <a:r>
                        <a:t>• Live Token on Mobile</a:t>
                      </a:r>
                    </a:p>
                    <a:p>
                      <a:r>
                        <a:t>• Zero Hardware Cost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Self-serve QR Portal</a:t>
                      </a:r>
                    </a:p>
                    <a:p>
                      <a:r>
                        <a:t>• Dedicated WhatsApp Support</a:t>
                      </a:r>
                    </a:p>
                    <a:p>
                      <a:r>
                        <a:t>• Automated SMS Reminders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Rural &amp; Town Patients</a:t>
                      </a:r>
                    </a:p>
                    <a:p>
                      <a:r>
                        <a:t>• Solo &amp; Polyclinic Doctors</a:t>
                      </a:r>
                    </a:p>
                    <a:p>
                      <a:r>
                        <a:t>• Private Nursing Homes</a:t>
                      </a:r>
                    </a:p>
                    <a:p>
                      <a:r>
                        <a:t>• District Health Dept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1569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5A5F"/>
                          </a:solidFill>
                          <a:latin typeface="Segoe UI"/>
                        </a:defRPr>
                      </a:pPr>
                      <a:r>
                        <a:t>Cost Structure:</a:t>
                      </a:r>
                    </a:p>
                    <a:p>
                      <a:r>
                        <a:t>• Cloud Servers (Next.js/Supabase)</a:t>
                      </a:r>
                    </a:p>
                    <a:p>
                      <a:r>
                        <a:t>• SMS/WhatsApp API Gateway</a:t>
                      </a:r>
                    </a:p>
                    <a:p>
                      <a:r>
                        <a:t>• Field QR Kits &amp; Operations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Revenue Streams:</a:t>
                      </a:r>
                    </a:p>
                    <a:p>
                      <a:r>
                        <a:t>• Hospital SaaS: ₹999–₹2,999/month</a:t>
                      </a:r>
                    </a:p>
                    <a:p>
                      <a:r>
                        <a:t>• Digital Token Convenience: ₹5–₹10</a:t>
                      </a:r>
                    </a:p>
                    <a:p>
                      <a:r>
                        <a:t>• Pharmacy &amp; Diagnostic Integrations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05. MARKET OPPORTUNITY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Market Size (TAM / SAM / SOM)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TAM (India OPD Consultations)</a:t>
            </a:r>
          </a:p>
          <a:p>
            <a:pPr>
              <a:spcBef>
                <a:spcPts val="1400"/>
              </a:spcBef>
              <a:defRPr sz="3200" b="1">
                <a:solidFill>
                  <a:srgbClr val="00B4D8"/>
                </a:solidFill>
                <a:latin typeface="Segoe UI"/>
              </a:defRPr>
            </a:pPr>
            <a:r>
              <a:t>₹1.8 Lakh Cr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4.5 Billion annual outpatient consultations across Indian healthcare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SAM (Tier-2/3 TS &amp; AP)</a:t>
            </a:r>
          </a:p>
          <a:p>
            <a:pPr>
              <a:spcBef>
                <a:spcPts val="1400"/>
              </a:spcBef>
              <a:defRPr sz="3200" b="1">
                <a:solidFill>
                  <a:srgbClr val="00B4D8"/>
                </a:solidFill>
                <a:latin typeface="Segoe UI"/>
              </a:defRPr>
            </a:pPr>
            <a:r>
              <a:t>₹850 Crore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25,000+ small-to-mid private clinics and nursing homes across semi-urban TS &amp; 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SOM (5 Launch Districts)</a:t>
            </a:r>
          </a:p>
          <a:p>
            <a:pPr>
              <a:spcBef>
                <a:spcPts val="1400"/>
              </a:spcBef>
              <a:defRPr sz="3200" b="1">
                <a:solidFill>
                  <a:srgbClr val="10B981"/>
                </a:solidFill>
                <a:latin typeface="Segoe UI"/>
              </a:defRPr>
            </a:pPr>
            <a:r>
              <a:t>₹4.2 Cr ARR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350 target clinics across Mahabubabad, Warangal, Khammam, Suryapet, and Karimnagar.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06. MARKET COMPARISON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Competitive Advantage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2865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  <a:gridCol w="2651760"/>
                <a:gridCol w="2681935"/>
              </a:tblGrid>
              <a:tr h="7848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Key Parameters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Practo / Apollo 24/7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Qmatic / Kiosk Hardware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Skip-Q (Our Solution)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Live In-Room Token Tracking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 (Slot-only)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⚠️ Only on lobby TV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Real-time on Mobile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Hardware Capital Cost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₹1.5L+ per kiosk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₹0 (Runs on Browser)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Tier-2/3 Town Focus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Metro-Centric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Corporate Hospitals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Hyperlocal Bharat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Clinic Onboarding Time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2–3 Weeks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4+ Weeks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Under 10 Minutes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Pricing for Small Clinics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High Commission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Expensive CapEx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₹999 / month flat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07. INCUBATION ROADMAP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What We Seek from JNTUH TBI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🏛️ 1. Incubation &amp; Clinical Mentorship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Clinical workflow validation, ABDM integration guidance, and healthcare compliance mentorship from JNTUH TBI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💰 2. ₹5 Lakhs Pre-Seed Grant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To fund SMS/WhatsApp gateway scaling, QR onboarding kits, and 50-clinic pilot rollout in Mahabubabad &amp; Warangal.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9160"/>
            <a:ext cx="10728655" cy="141732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/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🤝 3. Government TVVP Hospital Pilot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Facilitate trial rollout at Telangana Vaidya Vidhana Parishad (TVVP) Area Hospital in Mahabubabad.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F3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5200" b="1">
                <a:solidFill>
                  <a:srgbClr val="10B981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600"/>
              </a:spcBef>
              <a:defRPr sz="1700" i="1">
                <a:solidFill>
                  <a:srgbClr val="FFFFFF"/>
                </a:solidFill>
                <a:latin typeface="Segoe UI"/>
              </a:defRPr>
            </a:pPr>
            <a:r>
              <a:t>"Restoring Time and Dignity to Healthcare Waiting Rooms across Bharat"</a:t>
            </a:r>
          </a:p>
          <a:p>
            <a:pPr>
              <a:spcBef>
                <a:spcPts val="2600"/>
              </a:spcBef>
              <a:defRPr sz="1400" b="1">
                <a:solidFill>
                  <a:srgbClr val="00B4D8"/>
                </a:solidFill>
                <a:latin typeface="Segoe UI"/>
              </a:defRPr>
            </a:pPr>
            <a:r>
              <a:t>Experience the Live Working Prototype Now:</a:t>
            </a:r>
            <a:br/>
            <a:r>
              <a:t>• 📱 Patient Web App: https://skipq-user.vercel.app</a:t>
            </a:r>
            <a:br/>
            <a:r>
              <a:t>• 🏢 Hospital Reception Caller: https://skipq-hospital.vercel.app</a:t>
            </a:r>
            <a:br/>
            <a:r>
              <a:t>• 👑 Super Admin Governance: https://skipq-admin.vercel.app</a:t>
            </a:r>
            <a:br/>
            <a:r>
              <a:t>• 💻 GitHub Repository: https://github.com/sameir-dev/Skip-Q.git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