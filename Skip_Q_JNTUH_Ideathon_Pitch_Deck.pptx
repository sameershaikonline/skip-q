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698480" cy="47548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JNTUH TBI IDEATHON 2026  •  STARTUP PITCH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88720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OPD Queue Management &amp; Live In-Room Consultation Radar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Healthcare Waiting Room Chaos for Bharat’s Tier-2 &amp; Tier-3 Towns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4754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Developer: Sameer Shaik  •  JNTUH TBI Bootcamp (20–21 August 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Platform: https://skipq-user.vercel.app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Agony of Hospital OPD Waiting Rooms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4 Hours Wasted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travel 30+ km from villages and sit blindly on crowded benches without knowing when the doctor will call their token.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Bharat Neglected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apps like Practo focus only on expensive scheduled appointments, completely ignoring walk-in OPD queues in Tier-2/3 towns.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210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Cross-Infection &amp; Chaos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 waiting rooms increase airborne transmission of infections, noise levels, doctor fatigue, and receptionist burnout.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In-Room Consultation Radar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2064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 In-Room Token Radar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 the exact ongoing token number live on their phone (Now Serving: #14 | Your Token: #18).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12064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10-Second Digital Token Pass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verified OPD tokens in seconds using phone &amp; email OTP, with live countdown arrival timers.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12064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Zero Hardware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expensive ₹1.5L kiosk machines needed. Clinics run the entire system on existing laptops or phones.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12064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Hyperlocal Town Radar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OpenStreetMap location detection tailored specifically for district headquarters like Mahabubabad.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3-Pillar Cloud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Web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skipq-user.vercel.app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hospital &amp; clinic discovery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Zomato-speed location radar (Photon/OSM)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digital token counter &amp; countdown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SMS/Email real-time OTP updates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Hospital Desk Portal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skipq-hospital.vercel.app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"Call Next Patient" desk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schedule &amp; OPD session manager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token priority override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daily patient flow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Super Admin 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skipq-admin.vercel.app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6517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District-wide hospital onboarding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credential &amp; bio verification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system-wide consultation tracker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PostgreSQL 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(BMC)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1463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Propositions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District Hospitals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Private Nursing Homes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IMA Doctor Chapters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Local Pharmacies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Clinic Onboarding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Real-Time Queue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Patient SMS Dispatch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ABDM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Zero Waiting Chaos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40% Higher Clinic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Live Token on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Zero Hardware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Self-serve QR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Dedicated WhatsApp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Automated SMS Reminders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Rural &amp; Semi-Urban Patients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Solo/Polyclinic Doctors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Private Nursing Homes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District Health Dept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Cloud Servers (Next.js/Supabase)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SMS/WhatsApp API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Field QR Standee Kits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Hospital SaaS: ₹999–₹2,999/month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Digital Token Convenience Fee: ₹5–₹10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Pharmacy &amp; Diagnostic Integrations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(TAM / SAM / SOM)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(India OPD Consultations)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 Lakh Cr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Billion annual outpatient consultations across Indian healthcare.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(Tier-2/3 TS &amp; AP)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₹850 Crore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37490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25,000+ small-to-mid private clinics and nursing homes across semi-urban TS &amp; AP.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2062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(5 Launch Districts)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651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 Cr ARR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21040" y="37490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clinics across Mahabubabad, Warangal, Khammam, Suryapet, and Karimnagar.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MARKET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Matrix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Practo / Apollo 24/7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Qmatic / Hardware Kiosks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Skip-Q (Our Platform)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In-Room Token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(Slot-only)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Only on lobby TV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Real-time on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Capital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₹1.5L+ per kiosk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₹0 (Runs on Browser)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Tier-2/3 Town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Metro-Centric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Corporate Hospitals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Hyperlocal Bharat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Onboarding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2–3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4+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Under 10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for Small Clinics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High Commission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Expensive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₹999 / month flat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INCUBATION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Seek from JNTUH TBI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Incubation &amp; Mentorship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pilot validation, ABDM integration guidance, and healthcare compliance mentorship from JNTUH TBI network.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69848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₹5 Lakhs Pre-Seed Grant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fund SMS/WhatsApp gateway scaling, QR onboarding kits, and 50-clinic pilot rollout in Mahabubabad &amp; Warangal.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069848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Government Pilot Facilitation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5166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trial rollout at Telangana Vaidya Vidhana Parishad (TVVP) Area Hospital in Mahabubabad.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645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88720" y="2560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"Restoring Time &amp; Dignity to Healthcare Waiting Rooms"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Live Working Prototype Now: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App: https://skipq-user.vercel.app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Hospital Desk: https://skipq-hospital.vercel.app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 Admin: https://skipq-admin.vercel.app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Skip-Q Healthcare Network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Skip-Q — JNTUH TBI Ideathon 2026 Pitch Deck</dc:title>
  <dc:subject>PptxGenJS Presentation</dc:subject>
  <dc:creator>Sameer &amp; Team</dc:creator>
  <cp:lastModifiedBy>Sameer &amp; Team</cp:lastModifiedBy>
  <cp:revision>1</cp:revision>
  <dcterms:created xsi:type="dcterms:W3CDTF">2026-08-19T22:48:29Z</dcterms:created>
  <dcterms:modified xsi:type="dcterms:W3CDTF">2026-08-19T22:48:29Z</dcterms:modified>
</cp:coreProperties>
</file>