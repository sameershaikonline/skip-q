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1F37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 rIns="548640"/>
          <a:lstStyle/>
          <a:p>
            <a:pPr algn="ctr">
              <a:defRPr sz="1200" b="1">
                <a:solidFill>
                  <a:srgbClr val="00B4D8"/>
                </a:solidFill>
                <a:latin typeface="Segoe UI"/>
              </a:defRPr>
            </a:pPr>
            <a:r>
              <a:t>COMPLETE SYSTEM ARCHITECTURE &amp; WORKING DEMO</a:t>
            </a:r>
          </a:p>
          <a:p>
            <a:pPr>
              <a:spcBef>
                <a:spcPts val="1000"/>
              </a:spcBef>
              <a:defRPr sz="5600" b="1">
                <a:solidFill>
                  <a:srgbClr val="00B4D8"/>
                </a:solidFill>
                <a:latin typeface="Segoe UI"/>
              </a:defRPr>
            </a:pPr>
            <a:r>
              <a:t>Skip-Q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Smart OPD Queue Management &amp; Live In-Room Consultation Radar</a:t>
            </a:r>
          </a:p>
          <a:p>
            <a:pPr>
              <a:spcBef>
                <a:spcPts val="600"/>
              </a:spcBef>
              <a:defRPr sz="1400" i="1">
                <a:solidFill>
                  <a:srgbClr val="94A3B8"/>
                </a:solidFill>
                <a:latin typeface="Segoe UI"/>
              </a:defRPr>
            </a:pPr>
            <a:r>
              <a:t>A complete, end-to-end full stack system eliminating physical waiting room lines through real-time consultation tracking.</a:t>
            </a:r>
          </a:p>
          <a:p>
            <a:pPr>
              <a:spcBef>
                <a:spcPts val="2400"/>
              </a:spcBef>
              <a:defRPr sz="1300" b="1">
                <a:solidFill>
                  <a:srgbClr val="10B981"/>
                </a:solidFill>
                <a:latin typeface="Segoe UI"/>
              </a:defRPr>
            </a:pPr>
            <a:r>
              <a:t>Live Portals:</a:t>
            </a:r>
            <a:br/>
            <a:r>
              <a:t>• Patient App: https://skipq-user.vercel.app</a:t>
            </a:r>
            <a:br/>
            <a:r>
              <a:t>• Hospital Portal: https://skipq-hospital.vercel.app</a:t>
            </a:r>
            <a:br/>
            <a:r>
              <a:t>• Admin Hub: https://skipq-admin.vercel.app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TECHNICAL &amp; FUNCTIONAL PROJECT DEEP DIVE   •   01. CONCEPT &amp; VISION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Core Idea: Why Skip-Q was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2800" b="1">
                <a:solidFill>
                  <a:srgbClr val="FF5A5F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Real Problem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Patients in Tier-2/3 towns travel 30+ km from rural mandals, only to spend 2 to 4 hours waiting blindly on crowded hospital benches without knowing when the doctor will arrive or which token is being treated.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2800" b="1">
                <a:solidFill>
                  <a:srgbClr val="00B4D8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Core Concept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Skip-Q transforms the hospital OPD waiting experience into a 'Live Radar' on the patient's smartphone. Patients can track the doctor's ongoing consultation token in real-time and arrive right on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Ultimate Goal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Zero physical waiting room chaos, 40% faster clinic patient throughput, zero cross-infection risks in crowded lobbies, and complete digital transparency for doctors and patients alike.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TECHNICAL &amp; FUNCTIONAL PROJECT DEEP DIVE   •   02. COMPLETE WORKFLOW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End-to-End System Workflow: Initial to 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841248"/>
          </a:xfrm>
          <a:prstGeom prst="roundRect">
            <a:avLst/>
          </a:prstGeom>
          <a:solidFill>
            <a:srgbClr val="131F37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Step 1: Discovery:  Patient opens app. Location radar auto-detects GPS / Mahabubabad town boundary and displays local hospitals with live token boards.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841248"/>
          </a:xfrm>
          <a:prstGeom prst="roundRect">
            <a:avLst/>
          </a:prstGeom>
          <a:solidFill>
            <a:srgbClr val="131F3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Step 2: Digital Booking:  Patient selects doctor, enters contact details, verifies 6-digit OTP, and books a real-time digital OPD token pass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10728655" cy="841248"/>
          </a:xfrm>
          <a:prstGeom prst="roundRect">
            <a:avLst/>
          </a:prstGeom>
          <a:solidFill>
            <a:srgbClr val="131F37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Step 3: Live Radar:  Patient tracks doctor's room status live from home or tea stall (e.g., 'Now Serving #12 | Your Token #15 | Approx 15 Mins').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728655" cy="841248"/>
          </a:xfrm>
          <a:prstGeom prst="roundRect">
            <a:avLst/>
          </a:prstGeom>
          <a:solidFill>
            <a:srgbClr val="131F3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Step 4: Reception Desk:  Receptionist clicks 'Call Next Patient' on the Hospital Portal. System automatically alerts the patient and advances the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49240"/>
            <a:ext cx="10728655" cy="841248"/>
          </a:xfrm>
          <a:prstGeom prst="roundRect">
            <a:avLst/>
          </a:prstGeom>
          <a:solidFill>
            <a:srgbClr val="131F37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Step 5: Consultation &amp; Finish:  Doctor completes consultation. Next patient enters smoothly with zero lobby shouting or door knocking.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TECHNICAL &amp; FUNCTIONAL PROJECT DEEP DIVE   •   03.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3 Dedicated Portals &amp; Their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📱 Patient Portal</a:t>
            </a:r>
          </a:p>
          <a:p>
            <a:pPr>
              <a:spcBef>
                <a:spcPts val="200"/>
              </a:spcBef>
              <a:defRPr sz="1100" i="1">
                <a:solidFill>
                  <a:srgbClr val="00B4D8"/>
                </a:solidFill>
                <a:latin typeface="Segoe UI"/>
              </a:defRPr>
            </a:pPr>
            <a:r>
              <a:t>skipq-user.vercel.app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Hyperlocal Hospital Discovery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Doctor profiles &amp; OPD timings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10-Sec OTP Token Generation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Live Countdown Queue Radar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SMS &amp; Email turn notifications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🏢 Hospital Portal</a:t>
            </a:r>
          </a:p>
          <a:p>
            <a:pPr>
              <a:spcBef>
                <a:spcPts val="200"/>
              </a:spcBef>
              <a:defRPr sz="1100" i="1">
                <a:solidFill>
                  <a:srgbClr val="10B981"/>
                </a:solidFill>
                <a:latin typeface="Segoe UI"/>
              </a:defRPr>
            </a:pPr>
            <a:r>
              <a:t>skipq-hospital.vercel.app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1-Click 'Call Next Patient' desk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Live queue caller controller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Emergency token skip &amp; recall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Doctor OPD schedule manager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Daily patient traffic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👑 Super Admin Hub</a:t>
            </a:r>
          </a:p>
          <a:p>
            <a:pPr>
              <a:spcBef>
                <a:spcPts val="200"/>
              </a:spcBef>
              <a:defRPr sz="1100" i="1">
                <a:solidFill>
                  <a:srgbClr val="A855F7"/>
                </a:solidFill>
                <a:latin typeface="Segoe UI"/>
              </a:defRPr>
            </a:pPr>
            <a:r>
              <a:t>skipq-admin.vercel.app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District hospital onboarding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Doctor credential &amp; bio approval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Multi-hospital live queue audit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Supabase database governance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Security &amp; platform protection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TECHNICAL &amp; FUNCTIONAL PROJECT DEEP DIVE   •   04. PATIENT APP FUNCTIONALITY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Deep Dive: The Patient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500" b="1">
                <a:solidFill>
                  <a:srgbClr val="00B4D8"/>
                </a:solidFill>
                <a:latin typeface="Segoe UI"/>
              </a:defRPr>
            </a:pPr>
            <a:r>
              <a:t>1. Geolocation &amp; Clinic Discovery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Patient opens app. Integrated Photon/OpenStreetMap engine automatically searches clinics in Mahabubabad. Filters doctors by specialization and real-time availability.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50876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500" b="1">
                <a:solidFill>
                  <a:srgbClr val="00B4D8"/>
                </a:solidFill>
                <a:latin typeface="Segoe UI"/>
              </a:defRPr>
            </a:pPr>
            <a:r>
              <a:t>2. 4-Step Secure Authentication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Step 1: Contact details (strict 10-digit phone &amp; domain-verified email) ➔ Step 2: 6-digit Email OTP with 5-attempt guard ➔ Step 3: Password setup ➔ Step 4: Mandatory town selection.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500" b="1">
                <a:solidFill>
                  <a:srgbClr val="00B4D8"/>
                </a:solidFill>
                <a:latin typeface="Segoe UI"/>
              </a:defRPr>
            </a:pPr>
            <a:r>
              <a:t>3. Instant Token Issuance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System allocates a unique digital token ID (e.g. #18) linked to the doctor's queue in Supabase PostgreSQL database with timestamp and token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393192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500" b="1">
                <a:solidFill>
                  <a:srgbClr val="00B4D8"/>
                </a:solidFill>
                <a:latin typeface="Segoe UI"/>
              </a:defRPr>
            </a:pPr>
            <a:r>
              <a:t>4. Real-Time Consultation Radar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Patient views live countdown ('3 Patients Ahead of You | Avg 5 mins/patient'). Patient receives SMS alert when 2 patients away, arriving at clinic exactly on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TECHNICAL &amp; FUNCTIONAL PROJECT DEEP DIVE   •   05. HOSPITAL FUNCTIONALITY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Deep Dive: Hospital Desk &amp; Doctor Caller Desk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1. Reception Desk Queue Caller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Ultra-simplified 1-click interface. Receptionist clicks 'Call Next' to advance queue. Live token screen outside doctor's room syncs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50876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2. Queue Control Actions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• Recall Patient (if patient stepped out)</a:t>
            </a:r>
            <a:br/>
            <a:r>
              <a:t>• Skip / Push Back (for late arrivals)</a:t>
            </a:r>
            <a:br/>
            <a:r>
              <a:t>• Mark Emergency Priority (immediate bypass)</a:t>
            </a:r>
            <a:br/>
            <a:r>
              <a:t>• End OPD Session.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3. Doctor Schedule &amp; Bio Control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Hospital administrator adds doctor specializations, consulting hours, OPD room numbers, and consultation fees with instant live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393192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4. Zero Hardware Capital Expense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Runs on any existing receptionist desktop, tablet, or smartphone browser. Zero kiosks or proprietary display hardware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TECHNICAL &amp; FUNCTIONAL PROJECT DEEP DIVE   •   06. ADMIN FUNCTIONALITY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Deep Dive: Super Admin &amp; District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1700" b="1">
                <a:solidFill>
                  <a:srgbClr val="00B4D8"/>
                </a:solidFill>
                <a:latin typeface="Segoe UI"/>
              </a:defRPr>
            </a:pPr>
            <a:r>
              <a:t>★ Hospital Onboarding Engine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Super Admin registers new hospitals, verifies clinic addresses, sets geofences, and provisions initial administrator credentials in under 5 minutes.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1700" b="1">
                <a:solidFill>
                  <a:srgbClr val="A855F7"/>
                </a:solidFill>
                <a:latin typeface="Segoe UI"/>
              </a:defRPr>
            </a:pPr>
            <a:r>
              <a:t>★ Doctor Credential Verification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Admin approves doctor registrations, ensures medical licenses are active, and assigns specialized OPD departments across district clinics.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★ District-Wide Live Queue Radar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Master supervision dashboard monitoring real-time active patient traffic across all registered hospitals in Mahabubabad district simultaneously.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TECHNICAL &amp; FUNCTIONAL PROJECT DEEP DIVE   •   07. TECHNOLOGY STACK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Technical Architecture &amp; Real-Time Sync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10728655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474720"/>
                <a:gridCol w="4327855"/>
              </a:tblGrid>
              <a:tr h="94183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Layer / Component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Technology Used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Role in Skip-Q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Frontend &amp; UI Framework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Next.js 14 (App Router) + TailwindCSS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Ultra-fast server-rendered UI, responsive mobile design, dynamic dark/light theme.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Database &amp; ORM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Supabase PostgreSQL + Prisma ORM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Persistent relational storage for users, tokens, doctor queues, and OTP state.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Real-Time Synchronization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WebSockets + Next.js Serverless Routes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Sub-second token updates between Hospital Caller and Patient Radar.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Security &amp; Anti-Inspection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Custom SecurityGuard &amp; SHA-256 Hashing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Blocks F12, DevTools hotkeys, right-click inspection, and secures auth tokens.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TECHNICAL &amp; FUNCTIONAL PROJECT DEEP DIVE   •   08. KEY INNOVATIONS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Summary of Key Innovations &amp; Real-World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✔ Zero Physical Waiting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Transforms crowded waiting rooms into a digital mobile queue with live countdown timers and SMS alerts.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50876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✔ Zero CapEx Onboarding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Runs directly on existing clinic hardware in under 10 minutes without requiring ₹1.5L kiosk machines.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✔ Hyperlocal Focus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Engineered specifically for Tier-2/3 district towns where Practo and corporate platforms do not operate.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393192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600" b="1">
                <a:solidFill>
                  <a:srgbClr val="A855F7"/>
                </a:solidFill>
                <a:latin typeface="Segoe UI"/>
              </a:defRPr>
            </a:pPr>
            <a:r>
              <a:t>✔ 100% Live &amp; Functional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Fully deployed on Vercel, Supabase PostgreSQL, and open source for demonstration and immediate rollout.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1F3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 rIns="548640"/>
          <a:lstStyle/>
          <a:p>
            <a:pPr algn="ctr">
              <a:defRPr sz="5200" b="1">
                <a:solidFill>
                  <a:srgbClr val="10B981"/>
                </a:solidFill>
                <a:latin typeface="Segoe UI"/>
              </a:defRPr>
            </a:pPr>
            <a:r>
              <a:t>Thank You!</a:t>
            </a:r>
          </a:p>
          <a:p>
            <a:pPr>
              <a:spcBef>
                <a:spcPts val="600"/>
              </a:spcBef>
              <a:defRPr sz="1800" i="1">
                <a:solidFill>
                  <a:srgbClr val="FFFFFF"/>
                </a:solidFill>
                <a:latin typeface="Segoe UI"/>
              </a:defRPr>
            </a:pPr>
            <a:r>
              <a:t>"Eliminating Hospital Waiting Room Chaos through Technology"</a:t>
            </a:r>
          </a:p>
          <a:p>
            <a:pPr>
              <a:spcBef>
                <a:spcPts val="2600"/>
              </a:spcBef>
              <a:defRPr sz="1400" b="1">
                <a:solidFill>
                  <a:srgbClr val="00B4D8"/>
                </a:solidFill>
                <a:latin typeface="Segoe UI"/>
              </a:defRPr>
            </a:pPr>
            <a:r>
              <a:t>Live Interactive Prototype Demonstration:</a:t>
            </a:r>
            <a:br/>
            <a:r>
              <a:t>• 📱 Patient Web App: https://skipq-user.vercel.app</a:t>
            </a:r>
            <a:br/>
            <a:r>
              <a:t>• 🏢 Hospital Reception Desk: https://skipq-hospital.vercel.app</a:t>
            </a:r>
            <a:br/>
            <a:r>
              <a:t>• 👑 Super Admin Governance Hub: https://skipq-admin.vercel.app</a:t>
            </a:r>
            <a:br/>
            <a:r>
              <a:t>• 💻 Full Open Source Code: https://github.com/sameir-dev/Skip-Q.git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