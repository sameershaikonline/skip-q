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OPD Queue Management &amp; Live Consultation Radar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Healthcare Waiting Room Chaos for Bharat’s Tier-2 &amp; Tier-3 Towns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4663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JNTUH Technology Business Incubator (JTBI)  •  20–21 August 2026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Deployed Platform: https://skipq-user.vercel.app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The Agony of Indian Hospital OPDs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4 Hours Wasted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travel 20–50 km from villages and sit blindly on crowded hospital benches without knowing when their turn 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Tier-2/3 Digital Neglect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like Practo focus on expensive metro consultations and ignore walk-in OPD queues in district towns like Mahabubabad.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3816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Cross-Infection &amp; Chaos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38160" y="3383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Overcrowded waiting rooms increase airborne viral transmission, noise pollution, doctor fatigue, and receptionist burnout.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Live In-Room Consultation Radar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In-Room Token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see exact ongoing consultation number live (Now Serving: #14 | Your Token: #18).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Instant Digital Token Booking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verified OPD tokens in 10 seconds via phone/email OTP with live countdown timer.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 Hardware Required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require zero expensive kiosks. Runs on existing smartphones, tablets, or PC browsers.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Hyperlocal Coverage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&amp; OpenStreetMap location radar built specifically for district headquarters &amp; rural mandals.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3-Pillar Unified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Web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skipq-user.vercel.app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hospital &amp; clinic discovery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Zomato-speed location radar (Photon/OSM)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digital token counter &amp; countdown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SMS/Email real-time OTP updates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Hospital Desk Portal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skipq-hospital.vercel.app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"Call Next Patient" controller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Doctor schedule &amp; OPD session manager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token priority override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daily patient flow analytics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Super Admin Hub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skipq-admin.vercel.app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7432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District-wide hospital onboarding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Doctor credential &amp; bio verification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system-wide consultation tracker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database &amp; security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 (BMC)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Partners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Activities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Propositions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Relationships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Segments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District Hospitals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Private Nursing Homes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IMA Doctor Chapters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Local Pharmacies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Clinic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Real-Time Queue Cloud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Patient SMS Dispatch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ABDM Compliance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Zero Waiting Chaos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40% Higher Clinic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Live Token on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Zero Hardware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Self-serve QR Portal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Dedicated WhatsApp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Automated SMS Reminders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Rural &amp; Semi-Urban Patients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Single/Polyclinic Doctors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Private Nursing Homes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District Health Dept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Cloud Servers (Next.js/Supabase)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SMS/WhatsApp API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Field QR Standee Kits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Streams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Hospital SaaS: ₹999–₹2,999/month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Digital Token Convenience Fee: ₹5–₹10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Pharmacy &amp; Diagnostic Integrations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(TAM / SAM / SOM)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Available Market)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 Lakh Cr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Billion annual outpatient consultations across India.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Market)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₹850 Cr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25,000+ Tier-2/3 clinics across Telangana &amp; Andhra Pradesh.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206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(Initial Beachhead)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₹4.2 Cr ARR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38160" y="3749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clinics across 5 target districts (Mahabubabad, Warangal, Khammam).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Parameters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Practo / Apollo 24/7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Qmatic / Kiosk Hardware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Skip-Q (Our Solution)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In-Room Token Tracking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(Slot-only)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Only on lobby TV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Real-time on Mobile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Capital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₹1.5L+ per kiosk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₹0 (Runs on Browser)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Tier-2/3 Town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Metro-Centric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Corporate Hospitals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Hyperlocal Bharat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 Onboarding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2–3 Weeks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4+ Weeks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Under 10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for Small Clinics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High Commission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Expensive CapEx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₹999 / month flat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SKIP-Q  |  JNTUH TBI IDEATHON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&amp; JNTUH TBI INCUBATION GOALS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Incubation &amp; Mentorship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pilot validation, ABDM integration guidance, and healthcare compliance mentorship from JNTUH TBI network.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₹5 Lakhs Pre-Seed Grant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fund SMS/WhatsApp gateway scaling, QR onboarding kits, and 50-clinic pilot rollout in Mahabubabad &amp; Warangal.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6984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Government Pilot Facilitation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 trial rollout at Telangana Vaidya Vidhana Parishad (TVVP) Area Hospital in Mahabubabad.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"Restoring Time &amp; Dignity to Healthcare Waiting Rooms"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Live Working Prototype Now: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App: https://skipq-user.vercel.app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Hospital Caller: https://skipq-hospital.vercel.app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Admin: https://skipq-admin.vercel.app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Skip-Q Healthcare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Skip-Q — JNTUH TBI Ideathon 2026 Pitch Deck</dc:title>
  <dc:subject>PptxGenJS Presentation</dc:subject>
  <dc:creator>Sameer &amp; Team</dc:creator>
  <cp:lastModifiedBy>Sameer &amp; Team</cp:lastModifiedBy>
  <cp:revision>1</cp:revision>
  <dcterms:created xsi:type="dcterms:W3CDTF">2026-08-19T22:43:29Z</dcterms:created>
  <dcterms:modified xsi:type="dcterms:W3CDTF">2026-08-19T22:43:29Z</dcterms:modified>
</cp:coreProperties>
</file>