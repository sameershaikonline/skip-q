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725912" cy="539496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80160" y="128016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JNTUH TBI IDEATHON 2026  •  STARTUP PITCH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280160" y="173736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Skip-Q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1280160" y="2834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OPD Queue Management &amp; Live In-Room Consultation Radar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347472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Restoring Time and Dignity to Healthcare Waiting Rooms in Bharat’s Tier-2 &amp; Tier-3 Towns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280160" y="4206240"/>
            <a:ext cx="960120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80160" y="448056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Founder &amp; Developer: Sameer Shaik  •  JNTUH TBI 2-Day Bootcamp (20–21 August 2026)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Production Platform: https://skipq-user.vercel.app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292608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SKIP-Q  |  JNTUH TBI IDEATHON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01. THE PROBLEM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Agony of Indian Hospital OPDs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3337560" cy="44805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05840" y="256032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to 4 Hours Wasted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3291840"/>
            <a:ext cx="27889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Patients travel 30+ km from rural mandals and sit blindly on crowded hospital benches without knowing when their doctor will call them.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25696" y="1645920"/>
            <a:ext cx="3337560" cy="44805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0016" y="192024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700016" y="256032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 Bharat Neglected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00016" y="3291840"/>
            <a:ext cx="27889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 apps like Practo focus only on high-fee scheduled appointments, completely ignoring walk-in OPD queues in district towns like Mahabubabad.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19872" y="1645920"/>
            <a:ext cx="3337560" cy="44805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94192" y="192024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394192" y="256032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Cross-Infection &amp; Chaos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94192" y="3291840"/>
            <a:ext cx="27889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Overcrowded waiting halls increase airborne viral transmission, noise pollution, doctor burnout, and receptionist exhaustion.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292608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SKIP-Q  |  JNTUH TBI IDEATHON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02. THE SOLUTION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In-Room Consultation Radar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5276088" cy="20574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727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 Live In-Room Token Radar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2331720"/>
            <a:ext cx="472744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Patients track the exact ongoing token number live on their mobile (Now Serving: #14 | Your Token: #18) with sub-second WebSocket updates.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1344" y="1645920"/>
            <a:ext cx="5276088" cy="20574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55664" y="1874520"/>
            <a:ext cx="4727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🎟️ 10-Second Digital Token Pass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55664" y="2331720"/>
            <a:ext cx="472744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 verified OPD passes in seconds using phone &amp; email OTP, complete with live estimated arrival countdown timers.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931920"/>
            <a:ext cx="5276088" cy="20574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160520"/>
            <a:ext cx="4727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💻 Zero Hardware Capital Cost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05840" y="4617720"/>
            <a:ext cx="472744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expensive ₹1.5L kiosk machines needed. Clinics run the entire caller desk directly from any smartphone, tablet, or laptop browser.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81344" y="3931920"/>
            <a:ext cx="5276088" cy="20574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55664" y="4160520"/>
            <a:ext cx="4727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📍 Hyperlocal Town Radar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55664" y="4617720"/>
            <a:ext cx="472744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Ultra-fast sub-100ms OpenStreetMap location detection tailored specifically for district headquarters like Mahabubabad.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292608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SKIP-Q  |  JNTUH TBI IDEATHON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03. ARCHITECTURE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Unified 3-Pillar Cloud Infrastructure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3337560" cy="44805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Patient Web App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skipq-user.vercel.app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2651760"/>
            <a:ext cx="2788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Live clinic discovery &amp; location radar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Real-time token counter &amp; countdown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Instant OTP verification &amp; token pass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SMS/Email updates before your turn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25696" y="1645920"/>
            <a:ext cx="3337560" cy="44805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0016" y="192024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Hospital Desk Portal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00016" y="228600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skipq-hospital.vercel.app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00016" y="2651760"/>
            <a:ext cx="2788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1-Click "Call Next Patient" desk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Doctor schedule &amp; OPD session manager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Emergency token priority override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Daily patient throughput analytics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19872" y="1645920"/>
            <a:ext cx="3337560" cy="44805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94192" y="192024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Super Admin Hub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94192" y="228600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skipq-admin.vercel.app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94192" y="2651760"/>
            <a:ext cx="2788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District-wide hospital onboarding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Doctor credential &amp; bio verification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Live system-wide consultation tracker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Supabase PostgreSQL governance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292608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SKIP-Q  |  JNTUH TBI IDEATHON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04. BUSINESS MODEL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Model Canvas (BMC)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45920"/>
          <a:ext cx="10725912" cy="4480560"/>
        </p:xfrm>
        <a:graphic>
          <a:graphicData uri="http://schemas.openxmlformats.org/drawingml/2006/table">
            <a:tbl>
              <a:tblPr/>
              <a:tblGrid>
                <a:gridCol w="2148840"/>
                <a:gridCol w="2148840"/>
                <a:gridCol w="2148840"/>
                <a:gridCol w="2148840"/>
                <a:gridCol w="2130552"/>
              </a:tblGrid>
              <a:tr h="1493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8BDF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Key Partners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8BDF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Key Activities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8BDF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Value Propositions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8BDF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Relationships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8BDF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Customer Segments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1493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District Hospitals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Private Nursing Homes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IMA Doctor Chapters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Local Pharmacies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Clinic Onboarding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Real-Time Queue Cloud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Patient SMS Dispatch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ABDM Compliance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Zero Waiting Chaos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40% Higher Clinic Flow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Live Token on Mobile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Zero Hardware Cost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Self-serve QR Portal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Dedicated Support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Automated SMS Alerts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Rural &amp; Town Patients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Solo &amp; Polyclinic Doctors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Private Nursing Homes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District Health Dept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1493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Cost Structure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Cloud Servers (Next.js/Supabase)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SMS/WhatsApp API Gateway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Field QR Kits &amp; Operations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Revenue Streams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Hospital SaaS: ₹999–₹2,999/month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Digital Token Convenience: ₹5–₹10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Pharmacy &amp; Diagnostic Tie-ups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 hMerge="1"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292608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SKIP-Q  |  JNTUH TBI IDEATHON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05. MARKET OPPORTUNITY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 Size (TAM / SAM / SOM)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3337560" cy="44805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01168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TAM (India OPD Consultations)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651760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₹1.8 Lakh Cr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005840" y="3657600"/>
            <a:ext cx="27889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4.5 Billion annual outpatient consultations across Indian healthcare.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25696" y="1645920"/>
            <a:ext cx="3337560" cy="44805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0016" y="201168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 (Tier-2/3 TS &amp; AP)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00016" y="2651760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₹850 Crore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700016" y="3657600"/>
            <a:ext cx="27889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25,000+ small-to-mid private clinics and nursing homes across semi-urban TS &amp; AP.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19872" y="1645920"/>
            <a:ext cx="3337560" cy="44805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94192" y="201168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 (5 Launch Districts)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94192" y="2651760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₹4.2 Cr ARR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8394192" y="3657600"/>
            <a:ext cx="27889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350 target clinics across Mahabubabad, Warangal, Khammam, Suryapet, and Karimnagar.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292608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SKIP-Q  |  JNTUH TBI IDEATHON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06. MARKET COMPARISON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Competitive Advantage Matrix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45920"/>
          <a:ext cx="10725912" cy="448056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651760"/>
                <a:gridCol w="2679192"/>
              </a:tblGrid>
              <a:tr h="746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Key Parameters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Practo / Apollo 24/7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Qmatic / Kiosk Hardware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Skip-Q (Our Solution)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Live In-Room Token Tracking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❌ No (Slot-only)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⚠️ Only on lobby TV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Real-time on Mobile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Hardware Capital Cost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❌ ₹1.5L+ per kiosk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₹0 (Runs on Browser)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Tier-2/3 Town Focus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❌ Metro-Centric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❌ Corporate Hospitals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Hyperlocal Bharat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Clinic Onboarding Time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2–3 Weeks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4+ Weeks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Under 10 Minutes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Pricing for Small Clinics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❌ High Commission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❌ Expensive CapEx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₹999 / month flat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292608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SKIP-Q  |  JNTUH TBI IDEATHON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5912" cy="228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07. INCUBATION ROADMAP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Seek from JNTUH TBI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10725912" cy="13258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28800"/>
            <a:ext cx="101772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🏛️ 1. Incubation &amp; Clinical Mentorship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2240280"/>
            <a:ext cx="101772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Clinical workflow validation, ABDM integration guidance, and healthcare regulatory compliance mentorship from JNTUH TBI ecosystem.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154680"/>
            <a:ext cx="10725912" cy="13258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337560"/>
            <a:ext cx="101772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💰 2. ₹5 Lakhs Pre-Seed Grant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3749040"/>
            <a:ext cx="101772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fund SMS/WhatsApp gateway scaling, QR onboarding kits, and 50-clinic pilot rollout in Mahabubabad &amp; Warangal.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663440"/>
            <a:ext cx="10725912" cy="13258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846320"/>
            <a:ext cx="101772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🤝 3. Government TVVP Hospital Pilot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05840" y="5257800"/>
            <a:ext cx="101772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Facilitate trial rollout at Telangana Vaidya Vidhana Parishad (TVVP) Area Hospital in Mahabubabad.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0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725912" cy="539496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80160" y="12801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1280160" y="22860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"Restoring Time and Dignity to Healthcare Waiting Rooms across Bharat"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280160" y="2926080"/>
            <a:ext cx="960120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3200400"/>
            <a:ext cx="9601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Experience the Live Working Prototype Now: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📱 Patient Web App: https://skipq-user.vercel.app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🏢 Hospital Reception Caller: https://skipq-hospital.vercel.app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👑 Super Admin Governance: https://skipq-admin.vercel.app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💻 GitHub Repository: https://github.com/sameir-dev/Skip-Q.git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Skip-Q Healthcare Network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Skip-Q — JNTUH TBI Ideathon 2026 Pitch Deck</dc:title>
  <dc:subject>PptxGenJS Presentation</dc:subject>
  <dc:creator>Sameer &amp; Team</dc:creator>
  <cp:lastModifiedBy>Sameer &amp; Team</cp:lastModifiedBy>
  <cp:revision>1</cp:revision>
  <dcterms:created xsi:type="dcterms:W3CDTF">2026-08-19T22:52:20Z</dcterms:created>
  <dcterms:modified xsi:type="dcterms:W3CDTF">2026-08-19T22:52:20Z</dcterms:modified>
</cp:coreProperties>
</file>