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F37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01. COMPANY PURPOSE</a:t>
            </a:r>
          </a:p>
          <a:p>
            <a:pPr>
              <a:spcBef>
                <a:spcPts val="800"/>
              </a:spcBef>
              <a:defRPr sz="5600" b="1">
                <a:solidFill>
                  <a:srgbClr val="00B4D8"/>
                </a:solidFill>
                <a:latin typeface="Segoe UI"/>
              </a:defRPr>
            </a:pPr>
            <a:r>
              <a:t>Skip-Q</a:t>
            </a:r>
          </a:p>
          <a:p>
            <a:pPr>
              <a:spcBef>
                <a:spcPts val="1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"Skip-Q is a live in-room consultation radar that eliminates hospital waiting room chaos for patients and clinics in Tier-2 and Tier-3 Bharat."</a:t>
            </a:r>
          </a:p>
          <a:p>
            <a:pPr>
              <a:spcBef>
                <a:spcPts val="800"/>
              </a:spcBef>
              <a:defRPr sz="1400" i="1">
                <a:solidFill>
                  <a:srgbClr val="94A3B8"/>
                </a:solidFill>
                <a:latin typeface="Segoe UI"/>
              </a:defRPr>
            </a:pPr>
            <a:r>
              <a:t>What we do: Real-time token tracking on mobile + 10-second digital pass + 1-click hospital caller.</a:t>
            </a:r>
            <a:br/>
            <a:r>
              <a:t>For whom: Outpatients traveling from rural mandals and small-to-mid healthcare clinics.</a:t>
            </a:r>
          </a:p>
          <a:p>
            <a:pPr>
              <a:spcBef>
                <a:spcPts val="2000"/>
              </a:spcBef>
              <a:defRPr sz="1300" b="1">
                <a:solidFill>
                  <a:srgbClr val="10B981"/>
                </a:solidFill>
                <a:latin typeface="Segoe UI"/>
              </a:defRPr>
            </a:pPr>
            <a:r>
              <a:t>JNTUH TBI IDEATHON 2026   •   Founder: Sameer Shaik</a:t>
            </a:r>
            <a:br/>
            <a:r>
              <a:t>Live Production Platform: https://skipq-user.vercel.app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SEQUOIA FRAMEWORK  •  SLIDE 02: PROBLEM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Agony of Hospital OPDs: Real &amp; Specific Pain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100" b="1">
                <a:solidFill>
                  <a:srgbClr val="FF5A5F"/>
                </a:solidFill>
                <a:latin typeface="Segoe UI"/>
              </a:defRPr>
            </a:pPr>
            <a:r>
              <a:t>PAIN 01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2 to 4 Hours Wasted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 villager from a rural mandal travels 35 km with an elderly parent to Mahabubabad town, only to sit on a crowded wooden bench for 3 hours with zero visibility into when the doctor will call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PAIN 02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70% Bharat Neglected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Metro platforms like Practo cater only to high-income scheduled appointments in corporate hospitals, completely ignoring the 4.5 Billion walk-in OPD consultations in Tier-2/3 district towns.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100" b="1">
                <a:solidFill>
                  <a:srgbClr val="FF5A5F"/>
                </a:solidFill>
                <a:latin typeface="Segoe UI"/>
              </a:defRPr>
            </a:pPr>
            <a:r>
              <a:t>PAIN 03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Chaos, Noise &amp; Cross-Infection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Overcrowded waiting rooms lead to airborne disease transmission, receptionists getting asked 'When is my turn?' 200 times a day, and doctors facing severe lobby noise and fatigue.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SEQUOIA FRAMEWORK  •  SLIDE 03: SOLUTION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Live In-Room Consultation Radar (Skip-Q)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📡 Live In-Room Radar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Patients see the exact live token inside the doctor's room on mobile ('Now Serving: #14 | Your Token: #18 | Est: 15 Mins'). Zero blind waiting.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🎟️ 10-Second Digital Pass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Instant booking via verified mobile/email OTP. Patient receives live SMS countdown notifications and leaves home only when 2 tokens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💻 Zero Hardware CapEx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No expensive ₹1.5L kiosk machines. Clinics run the entire caller desk on existing receptionist laptops, mobile phones, or tablets.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📍 Hyperlocal Geofencing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Sub-100ms OpenStreetMap location detection tailored specifically for district headquarters (e.g. Mahabubabad town boundary).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SEQUOIA FRAMEWORK  •  SLIDE 04: WHY NOW?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Convergence of 3 Megatrends in Bharat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100" b="1">
                <a:solidFill>
                  <a:srgbClr val="00B4D8"/>
                </a:solidFill>
                <a:latin typeface="Segoe UI"/>
              </a:defRPr>
            </a:pPr>
            <a:r>
              <a:t>TREND 01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1. 5G &amp; Smartphone Penetration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Over 85% of rural families in Tier-2/3 towns now carry 4G/5G smartphones with instant UPI and browser access. They expect digital convenience for healthcare just like UPI.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TREND 02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2. Post-Pandemic Infection Awareness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Patients and doctors actively refuse to sit in packed 100-person waiting halls. De-congesting hospital lobbies has become a critical health priority.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100" b="1">
                <a:solidFill>
                  <a:srgbClr val="A855F7"/>
                </a:solidFill>
                <a:latin typeface="Segoe UI"/>
              </a:defRPr>
            </a:pPr>
            <a:r>
              <a:t>TREND 03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3. ABDM &amp; Digital Health Mission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Government of India's Ayushman Bharat Digital Mission (ABDM) is mandating digital health records and digital queue management across Indian hospitals.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SEQUOIA FRAMEWORK  •  SLIDE 05: MARKET SIZE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Realistic Ground Market Sizing (TAM / SAM / SOM)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TAM (Total Addressable Market)</a:t>
            </a:r>
          </a:p>
          <a:p>
            <a:pPr>
              <a:spcBef>
                <a:spcPts val="1400"/>
              </a:spcBef>
              <a:defRPr sz="3200" b="1">
                <a:solidFill>
                  <a:srgbClr val="00B4D8"/>
                </a:solidFill>
                <a:latin typeface="Segoe UI"/>
              </a:defRPr>
            </a:pPr>
            <a:r>
              <a:t>₹1.8 Lakh Cr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4.5 Billion annual outpatient OPD consultations across 70,000+ hospitals &amp; clinics in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SAM (Serviceable Addressable)</a:t>
            </a:r>
          </a:p>
          <a:p>
            <a:pPr>
              <a:spcBef>
                <a:spcPts val="1400"/>
              </a:spcBef>
              <a:defRPr sz="3200" b="1">
                <a:solidFill>
                  <a:srgbClr val="00B4D8"/>
                </a:solidFill>
                <a:latin typeface="Segoe UI"/>
              </a:defRPr>
            </a:pPr>
            <a:r>
              <a:t>₹850 Crore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25,000+ private nursing homes and polyclinics across Tier-2 &amp; Tier-3 towns in Telangana &amp; 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SOM (Serviceable Obtainable)</a:t>
            </a:r>
          </a:p>
          <a:p>
            <a:pPr>
              <a:spcBef>
                <a:spcPts val="1400"/>
              </a:spcBef>
              <a:defRPr sz="3200" b="1">
                <a:solidFill>
                  <a:srgbClr val="10B981"/>
                </a:solidFill>
                <a:latin typeface="Segoe UI"/>
              </a:defRPr>
            </a:pPr>
            <a:r>
              <a:t>₹4.2 Cr ARR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350 target clinics across 5 launch districts (Mahabubabad, Warangal, Khammam, Suryapet, Karimnagar).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SEQUOIA FRAMEWORK  •  SLIDE 06: COMPETITION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Competitive Landscape: Why Skip-Q Wins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728655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2743200"/>
                <a:gridCol w="2681935"/>
              </a:tblGrid>
              <a:tr h="7848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Key Parameter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Practo / Apollo 24/7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Traditional Kiosks (Qmatic)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Skip-Q (Our Edge)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Core Functionality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Static Calendar Slot (10:30 AM)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Physical TV Screen in Lobby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Live In-Room Token Radar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Waiting Room Reality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Still 1–3 hrs wait on doctor delay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⚠️ Must sit in lobby to see TV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Zero waiting — track from home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Clinic Software Cost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₹12,000 – ₹36,000 / year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₹1.5 Lakh+ per kiosk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₹499 – ₹999 / month flat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Commission on Doctor Fee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15% to 25% cut per patient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 (High CapEx)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0% Commission (Doctor keeps 100%)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Patient App Dependency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Mandatory 80MB app download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Physical paper token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Zero App Install (Instant Web QR)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SEQUOIA FRAMEWORK  •  SLIDE 07: PRODUCT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3-Portal Unified Product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📱 1. Patient Web App</a:t>
            </a:r>
          </a:p>
          <a:p>
            <a:pPr>
              <a:spcBef>
                <a:spcPts val="200"/>
              </a:spcBef>
              <a:defRPr sz="1100" i="1">
                <a:solidFill>
                  <a:srgbClr val="00B4D8"/>
                </a:solidFill>
                <a:latin typeface="Segoe UI"/>
              </a:defRPr>
            </a:pPr>
            <a:r>
              <a:t>https://skipq-user.vercel.app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Hyperlocal clinic discovery &amp; location radar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Real-time countdown token tracker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Instant OTP verification &amp; digital token pass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Automated SMS alerts before patient turn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🏢 2. Hospital Desk Portal</a:t>
            </a:r>
          </a:p>
          <a:p>
            <a:pPr>
              <a:spcBef>
                <a:spcPts val="200"/>
              </a:spcBef>
              <a:defRPr sz="1100" i="1">
                <a:solidFill>
                  <a:srgbClr val="10B981"/>
                </a:solidFill>
                <a:latin typeface="Segoe UI"/>
              </a:defRPr>
            </a:pPr>
            <a:r>
              <a:t>https://skipq-hospital.vercel.app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1-Click 'Call Next Patient' desk controller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Doctor OPD schedule &amp; session manager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Emergency token priority override &amp; recall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Daily patient traffic &amp; throughput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👑 3. Super Admin Hub</a:t>
            </a:r>
          </a:p>
          <a:p>
            <a:pPr>
              <a:spcBef>
                <a:spcPts val="200"/>
              </a:spcBef>
              <a:defRPr sz="1100" i="1">
                <a:solidFill>
                  <a:srgbClr val="A855F7"/>
                </a:solidFill>
                <a:latin typeface="Segoe UI"/>
              </a:defRPr>
            </a:pPr>
            <a:r>
              <a:t>https://skipq-admin.vercel.app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District hospital onboarding in &lt;5 mins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Doctor credential &amp; bio verification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Live multi-hospital queue monitoring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Supabase PostgreSQL security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SEQUOIA FRAMEWORK  •  SLIDE 08: BUSINESS MODEL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Explicit Business Model &amp; Unit Economics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728655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029200"/>
                <a:gridCol w="2590495"/>
              </a:tblGrid>
              <a:tr h="94183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Revenue Stream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Pricing Formula &amp; Volume (40 Clinics Pilot)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Monthly Revenue (₹)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 Hospital SaaS Subscriptions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25 Solo Clinics @ ₹499/mo (₹12,475)</a:t>
                      </a:r>
                    </a:p>
                    <a:p>
                      <a:r>
                        <a:t>• 10 Polyclinics @ ₹1,499/mo (₹14,990)</a:t>
                      </a:r>
                    </a:p>
                    <a:p>
                      <a:r>
                        <a:t>• 5 Multi-Doctor Hospitals @ ₹3,499/mo (₹17,495)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₹44,960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 Per-Token Digital Convenience Fee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25,000 advance digital bookings × ₹5.00 convenience fee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₹1,25,000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 Platform Processing &amp; Handling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25,000 advance digital bookings × ₹3.50 (₹2 processing + ₹1.5 SMS fee)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₹87,500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4. VIP Passes &amp; Pharmacy Referrals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500 Fast-Track Priority Passes @ ₹25 + 600 Pharmacy referrals @ ₹15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₹21,500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SEQUOIA FRAMEWORK  •  SLIDE 09: TEAM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Right Team to Execute: Full-Stack &amp; Ground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Sameer Shaik</a:t>
            </a:r>
          </a:p>
          <a:p>
            <a:pPr>
              <a:spcBef>
                <a:spcPts val="400"/>
              </a:spcBef>
              <a:defRPr sz="1200" b="1">
                <a:solidFill>
                  <a:srgbClr val="00B4D8"/>
                </a:solidFill>
                <a:latin typeface="Segoe UI"/>
              </a:defRPr>
            </a:pPr>
            <a:r>
              <a:t>Founder &amp; Lead Full-Stack Architect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Built and deployed the entire Next.js 14, Supabase PostgreSQL, Prisma ORM, and WebSocket real-time queue engine currently live in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Domain &amp; Ground Insight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Hyperlocal Healthcare Focus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Deep firsthand understanding of Tier-2/3 OPD dynamics in Telangana (Mahabubabad), with direct doctor networks and pharmacy distribution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Execution Speed</a:t>
            </a:r>
          </a:p>
          <a:p>
            <a:pPr>
              <a:spcBef>
                <a:spcPts val="400"/>
              </a:spcBef>
              <a:defRPr sz="1200" b="1">
                <a:solidFill>
                  <a:srgbClr val="A855F7"/>
                </a:solidFill>
                <a:latin typeface="Segoe UI"/>
              </a:defRPr>
            </a:pPr>
            <a:r>
              <a:t>Proven Rapid Deployment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Transitioned from concept to 3 fully deployed, live synchronized web platforms in record time with zero external CapEx.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SEQUOIA FRAMEWORK  •  SLIDE 10: THE ASK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Incubation, Seed Grant &amp; 12-Month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1417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 rIns="365760"/>
          <a:lstStyle/>
          <a:p>
            <a:pPr algn="ctr">
              <a:defRPr sz="1500" b="1">
                <a:solidFill>
                  <a:srgbClr val="00B4D8"/>
                </a:solidFill>
                <a:latin typeface="Segoe UI"/>
              </a:defRPr>
            </a:pPr>
            <a:r>
              <a:t>🏛️ What We Seek from JNTUH TBI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Pre-Incubation Cohort &amp; Clinical Mentorship</a:t>
            </a:r>
            <a:br/>
            <a:r>
              <a:t>• Facilitation of pilot trial at Telangana Vaidya Vidhana Parishad (TVVP) Area Hospital in Mahabubabad</a:t>
            </a:r>
            <a:br/>
            <a:r>
              <a:t>• Guidance on ABDM (Ayushman Bharat Digital Mission)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1417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 rIns="365760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💰 Seed Grant: ₹5,00,000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Bulk SMS &amp; WhatsApp Gateway Infrastructure: ₹1,50,000</a:t>
            </a:r>
            <a:br/>
            <a:r>
              <a:t>• Clinic QR Standee Production &amp; Distribution (100 Clinics): ₹1,00,000</a:t>
            </a:r>
            <a:br/>
            <a:r>
              <a:t>• Server Scaling, DB &amp; Security Auditing: ₹1,00,000</a:t>
            </a:r>
            <a:br/>
            <a:r>
              <a:t>• Field Ambassador Operations &amp; Pilot Rollout: ₹1,50,000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9160"/>
            <a:ext cx="10728655" cy="1417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 rIns="365760"/>
          <a:lstStyle/>
          <a:p>
            <a:pPr algn="ctr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🎯 12-Month Target Milestones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Month 1–3: Complete 40-clinic pilot in Mahabubabad Town (72,000 monthly patient tokens served).</a:t>
            </a:r>
            <a:br/>
            <a:r>
              <a:t>• Month 4–8: Expand to Warangal &amp; Khammam (150 clinics, ₹1.5L MRR).</a:t>
            </a:r>
            <a:br/>
            <a:r>
              <a:t>• Month 9–12: 500+ clinics across 5 Telangana districts, reaching ₹5 Lakhs MRR.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